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A741F-A474-4B7E-84D2-30779D0B89FC}" v="23" dt="2026-07-13T08:44:12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Tripathi Roll no. 12 Section D" userId="df86fbea2b53de7e" providerId="LiveId" clId="{695CBFDB-F8DA-4B36-BC97-B8CE18B38ED9}"/>
    <pc:docChg chg="undo custSel addSld delSld modSld sldOrd">
      <pc:chgData name="Anurag Tripathi Roll no. 12 Section D" userId="df86fbea2b53de7e" providerId="LiveId" clId="{695CBFDB-F8DA-4B36-BC97-B8CE18B38ED9}" dt="2026-07-22T14:57:57.952" v="319" actId="20577"/>
      <pc:docMkLst>
        <pc:docMk/>
      </pc:docMkLst>
      <pc:sldChg chg="addSp modSp mod">
        <pc:chgData name="Anurag Tripathi Roll no. 12 Section D" userId="df86fbea2b53de7e" providerId="LiveId" clId="{695CBFDB-F8DA-4B36-BC97-B8CE18B38ED9}" dt="2026-07-22T14:57:57.952" v="319" actId="20577"/>
        <pc:sldMkLst>
          <pc:docMk/>
          <pc:sldMk cId="3821259392" sldId="256"/>
        </pc:sldMkLst>
        <pc:spChg chg="mod">
          <ac:chgData name="Anurag Tripathi Roll no. 12 Section D" userId="df86fbea2b53de7e" providerId="LiveId" clId="{695CBFDB-F8DA-4B36-BC97-B8CE18B38ED9}" dt="2026-07-13T10:03:22.990" v="299" actId="1076"/>
          <ac:spMkLst>
            <pc:docMk/>
            <pc:sldMk cId="3821259392" sldId="256"/>
            <ac:spMk id="2" creationId="{E1967E46-42B2-69C3-FCA4-28FD7D2C8887}"/>
          </ac:spMkLst>
        </pc:spChg>
        <pc:spChg chg="mod">
          <ac:chgData name="Anurag Tripathi Roll no. 12 Section D" userId="df86fbea2b53de7e" providerId="LiveId" clId="{695CBFDB-F8DA-4B36-BC97-B8CE18B38ED9}" dt="2026-07-22T14:57:57.952" v="319" actId="20577"/>
          <ac:spMkLst>
            <pc:docMk/>
            <pc:sldMk cId="3821259392" sldId="256"/>
            <ac:spMk id="3" creationId="{74D01CC0-BB45-12D2-D422-9F16196E70A5}"/>
          </ac:spMkLst>
        </pc:spChg>
        <pc:picChg chg="add mod">
          <ac:chgData name="Anurag Tripathi Roll no. 12 Section D" userId="df86fbea2b53de7e" providerId="LiveId" clId="{695CBFDB-F8DA-4B36-BC97-B8CE18B38ED9}" dt="2026-07-13T10:03:37.786" v="301" actId="1076"/>
          <ac:picMkLst>
            <pc:docMk/>
            <pc:sldMk cId="3821259392" sldId="256"/>
            <ac:picMk id="5" creationId="{3ED328C4-3A7F-7F47-5791-D2B3D5A1A655}"/>
          </ac:picMkLst>
        </pc:picChg>
      </pc:sldChg>
      <pc:sldChg chg="modSp new mod">
        <pc:chgData name="Anurag Tripathi Roll no. 12 Section D" userId="df86fbea2b53de7e" providerId="LiveId" clId="{695CBFDB-F8DA-4B36-BC97-B8CE18B38ED9}" dt="2026-07-13T07:43:16.843" v="85" actId="115"/>
        <pc:sldMkLst>
          <pc:docMk/>
          <pc:sldMk cId="3582302529" sldId="257"/>
        </pc:sldMkLst>
        <pc:spChg chg="mod">
          <ac:chgData name="Anurag Tripathi Roll no. 12 Section D" userId="df86fbea2b53de7e" providerId="LiveId" clId="{695CBFDB-F8DA-4B36-BC97-B8CE18B38ED9}" dt="2026-07-13T07:41:31.992" v="64" actId="122"/>
          <ac:spMkLst>
            <pc:docMk/>
            <pc:sldMk cId="3582302529" sldId="257"/>
            <ac:spMk id="2" creationId="{C239E488-957A-75DC-0D2C-FD083B305060}"/>
          </ac:spMkLst>
        </pc:spChg>
        <pc:spChg chg="mod">
          <ac:chgData name="Anurag Tripathi Roll no. 12 Section D" userId="df86fbea2b53de7e" providerId="LiveId" clId="{695CBFDB-F8DA-4B36-BC97-B8CE18B38ED9}" dt="2026-07-13T07:43:16.843" v="85" actId="115"/>
          <ac:spMkLst>
            <pc:docMk/>
            <pc:sldMk cId="3582302529" sldId="257"/>
            <ac:spMk id="3" creationId="{AB5CDAE7-36EC-20F4-EB0E-74A492BD19D9}"/>
          </ac:spMkLst>
        </pc:spChg>
      </pc:sldChg>
      <pc:sldChg chg="modSp new mod">
        <pc:chgData name="Anurag Tripathi Roll no. 12 Section D" userId="df86fbea2b53de7e" providerId="LiveId" clId="{695CBFDB-F8DA-4B36-BC97-B8CE18B38ED9}" dt="2026-07-13T08:07:19.424" v="140" actId="27636"/>
        <pc:sldMkLst>
          <pc:docMk/>
          <pc:sldMk cId="2477459535" sldId="258"/>
        </pc:sldMkLst>
        <pc:spChg chg="mod">
          <ac:chgData name="Anurag Tripathi Roll no. 12 Section D" userId="df86fbea2b53de7e" providerId="LiveId" clId="{695CBFDB-F8DA-4B36-BC97-B8CE18B38ED9}" dt="2026-07-13T08:06:56.520" v="135" actId="14100"/>
          <ac:spMkLst>
            <pc:docMk/>
            <pc:sldMk cId="2477459535" sldId="258"/>
            <ac:spMk id="2" creationId="{A2D06589-4D2D-56D5-F02C-6C413875ED93}"/>
          </ac:spMkLst>
        </pc:spChg>
        <pc:spChg chg="mod">
          <ac:chgData name="Anurag Tripathi Roll no. 12 Section D" userId="df86fbea2b53de7e" providerId="LiveId" clId="{695CBFDB-F8DA-4B36-BC97-B8CE18B38ED9}" dt="2026-07-13T08:07:19.424" v="140" actId="27636"/>
          <ac:spMkLst>
            <pc:docMk/>
            <pc:sldMk cId="2477459535" sldId="258"/>
            <ac:spMk id="3" creationId="{9858DA89-539A-3689-D338-E279CDDC81AB}"/>
          </ac:spMkLst>
        </pc:spChg>
      </pc:sldChg>
      <pc:sldChg chg="modSp new mod">
        <pc:chgData name="Anurag Tripathi Roll no. 12 Section D" userId="df86fbea2b53de7e" providerId="LiveId" clId="{695CBFDB-F8DA-4B36-BC97-B8CE18B38ED9}" dt="2026-07-13T08:22:40.241" v="211" actId="113"/>
        <pc:sldMkLst>
          <pc:docMk/>
          <pc:sldMk cId="1433592125" sldId="260"/>
        </pc:sldMkLst>
        <pc:spChg chg="mod">
          <ac:chgData name="Anurag Tripathi Roll no. 12 Section D" userId="df86fbea2b53de7e" providerId="LiveId" clId="{695CBFDB-F8DA-4B36-BC97-B8CE18B38ED9}" dt="2026-07-13T08:13:52.745" v="149" actId="115"/>
          <ac:spMkLst>
            <pc:docMk/>
            <pc:sldMk cId="1433592125" sldId="260"/>
            <ac:spMk id="2" creationId="{38093E1A-72F1-8588-B335-B05218B21B51}"/>
          </ac:spMkLst>
        </pc:spChg>
        <pc:spChg chg="mod">
          <ac:chgData name="Anurag Tripathi Roll no. 12 Section D" userId="df86fbea2b53de7e" providerId="LiveId" clId="{695CBFDB-F8DA-4B36-BC97-B8CE18B38ED9}" dt="2026-07-13T08:22:40.241" v="211" actId="113"/>
          <ac:spMkLst>
            <pc:docMk/>
            <pc:sldMk cId="1433592125" sldId="260"/>
            <ac:spMk id="3" creationId="{6A29F55A-E371-4D18-E4EA-C79F46B7891A}"/>
          </ac:spMkLst>
        </pc:spChg>
      </pc:sldChg>
      <pc:sldChg chg="delSp modSp new mod">
        <pc:chgData name="Anurag Tripathi Roll no. 12 Section D" userId="df86fbea2b53de7e" providerId="LiveId" clId="{695CBFDB-F8DA-4B36-BC97-B8CE18B38ED9}" dt="2026-07-13T08:24:09.035" v="256" actId="113"/>
        <pc:sldMkLst>
          <pc:docMk/>
          <pc:sldMk cId="2227430320" sldId="261"/>
        </pc:sldMkLst>
        <pc:spChg chg="mod">
          <ac:chgData name="Anurag Tripathi Roll no. 12 Section D" userId="df86fbea2b53de7e" providerId="LiveId" clId="{695CBFDB-F8DA-4B36-BC97-B8CE18B38ED9}" dt="2026-07-13T08:24:09.035" v="256" actId="113"/>
          <ac:spMkLst>
            <pc:docMk/>
            <pc:sldMk cId="2227430320" sldId="261"/>
            <ac:spMk id="3" creationId="{E0EBC1B8-420C-91DF-0D98-E820DCFA1201}"/>
          </ac:spMkLst>
        </pc:spChg>
      </pc:sldChg>
      <pc:sldChg chg="modSp new mod">
        <pc:chgData name="Anurag Tripathi Roll no. 12 Section D" userId="df86fbea2b53de7e" providerId="LiveId" clId="{695CBFDB-F8DA-4B36-BC97-B8CE18B38ED9}" dt="2026-07-13T08:39:01.933" v="275" actId="27636"/>
        <pc:sldMkLst>
          <pc:docMk/>
          <pc:sldMk cId="2117794592" sldId="262"/>
        </pc:sldMkLst>
        <pc:spChg chg="mod">
          <ac:chgData name="Anurag Tripathi Roll no. 12 Section D" userId="df86fbea2b53de7e" providerId="LiveId" clId="{695CBFDB-F8DA-4B36-BC97-B8CE18B38ED9}" dt="2026-07-13T08:38:59.389" v="273" actId="14100"/>
          <ac:spMkLst>
            <pc:docMk/>
            <pc:sldMk cId="2117794592" sldId="262"/>
            <ac:spMk id="2" creationId="{42CFC947-9267-E30B-F710-3AE58704B0AC}"/>
          </ac:spMkLst>
        </pc:spChg>
        <pc:spChg chg="mod">
          <ac:chgData name="Anurag Tripathi Roll no. 12 Section D" userId="df86fbea2b53de7e" providerId="LiveId" clId="{695CBFDB-F8DA-4B36-BC97-B8CE18B38ED9}" dt="2026-07-13T08:39:01.933" v="275" actId="27636"/>
          <ac:spMkLst>
            <pc:docMk/>
            <pc:sldMk cId="2117794592" sldId="262"/>
            <ac:spMk id="3" creationId="{BFA6FB83-E6D6-CB3C-9839-EAFBE9644401}"/>
          </ac:spMkLst>
        </pc:spChg>
      </pc:sldChg>
      <pc:sldChg chg="modSp new mod">
        <pc:chgData name="Anurag Tripathi Roll no. 12 Section D" userId="df86fbea2b53de7e" providerId="LiveId" clId="{695CBFDB-F8DA-4B36-BC97-B8CE18B38ED9}" dt="2026-07-13T08:44:32.267" v="292" actId="14100"/>
        <pc:sldMkLst>
          <pc:docMk/>
          <pc:sldMk cId="462727678" sldId="263"/>
        </pc:sldMkLst>
        <pc:spChg chg="mod">
          <ac:chgData name="Anurag Tripathi Roll no. 12 Section D" userId="df86fbea2b53de7e" providerId="LiveId" clId="{695CBFDB-F8DA-4B36-BC97-B8CE18B38ED9}" dt="2026-07-13T08:44:30.135" v="291" actId="14100"/>
          <ac:spMkLst>
            <pc:docMk/>
            <pc:sldMk cId="462727678" sldId="263"/>
            <ac:spMk id="2" creationId="{FE5BC422-EB84-7436-3C0F-06D6EEC7B5C8}"/>
          </ac:spMkLst>
        </pc:spChg>
        <pc:spChg chg="mod">
          <ac:chgData name="Anurag Tripathi Roll no. 12 Section D" userId="df86fbea2b53de7e" providerId="LiveId" clId="{695CBFDB-F8DA-4B36-BC97-B8CE18B38ED9}" dt="2026-07-13T08:44:32.267" v="292" actId="14100"/>
          <ac:spMkLst>
            <pc:docMk/>
            <pc:sldMk cId="462727678" sldId="263"/>
            <ac:spMk id="3" creationId="{E7CA5B85-39D0-CCB6-07A0-633363418A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DA1F-5EB8-F277-3AC0-C7427CA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1A4E7-DCDD-15E8-4725-BA90D4F48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67F4-2877-B5CC-429F-A117764D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F5AC-40B0-16E9-9829-C5DD0FDE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CF9F2-0D50-2CEB-93EE-942DD9A0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27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01FA-ECCF-5D52-C3C3-6CA7ED4C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475C-8F47-8080-20FB-18A6880B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AF32D-283E-9953-823C-B47EFF62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D4CFD-36BA-CB53-590E-18395F09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E9989-A319-066C-F0D5-CAE58E8F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3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5BAD-9542-5DD6-A162-0F4A3848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D4ACF-F1F8-0265-9894-CCD92A4BC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E0C85-A636-BB28-CC96-0ABD3D6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FCB28-AA76-E7DA-05AD-8A8C521C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CE54E-4215-91BE-159B-81D3CAB5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4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E80A-68EC-B2A4-A8B4-7A2171B7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84FB-5959-E101-A7AF-7D52535FF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7D4A5-CECA-6BE3-18F0-8D16AF7C0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502C-28DF-8A53-7006-76D992A6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407E0-49E8-4A6E-AC35-C93A2FAB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78D23-2267-570E-3A03-11F43740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41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DECB-6F5B-ECEC-7507-2A86901C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530A7-D653-7D9E-7E23-F027749F7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94AA-9A0C-2E22-60FB-EDBAD5AAF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EF0D1-5F1D-A9B7-120A-F9768ABFD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B5A3D8-0869-5960-8EB1-F75B4468B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363B6-BF42-5B76-B20F-F14668D4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DE499-97B4-28D4-0A17-B5E56B27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B355A-61B4-A27F-4842-E1923919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66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0C0E-E7ED-BA6F-3D8A-907D5403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080CF-8532-A02F-FBA2-1E2DDB37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C5C51-5412-A732-618D-92811583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1A800-2156-EBAC-49A7-DC94498C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8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35245-7CEB-EBF6-E742-D62D9942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0A009-C667-462E-EBC0-68FB4804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0058-B197-EF0A-E589-06B26C4C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41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C5E6-A4CD-2B0B-3DC1-EB897C57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B6E47-D21D-1723-779E-10679B11E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A3A7C-71FF-0F5F-E476-FD9E855E6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22F7E-C480-53F8-F4B9-01DE744C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7978-A5EF-BB52-BB3E-8CC57502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478E8-DDF2-D561-2139-EBFD1AFA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22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7CBE-9CAC-B299-96B0-46FEFFFC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B93BD-FE69-1D32-6055-33924E86B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660F4-F8A6-1C4A-1807-5F64C1D76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F39D-45A5-AE55-C915-54D18592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74F2-A9B3-7449-5A23-2604DAEB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AD6C3-2B61-9856-B7C4-C9868D82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4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D26F-8A2D-530C-7E30-35C43597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43746-F950-6036-BC3D-7AF4D9A3B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F35DA-E418-4BB5-BB77-7F94DFF8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93903-72FD-83C9-2A2A-8CB35592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50030-3B15-006F-A242-D7E7664A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1BCFF1-7186-0542-6182-90B137A32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E45B4-422B-38A8-22CD-5FD50D891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8DB82-FA34-3BF7-6C68-FEC6B287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E1F83-D7F5-C16C-FE15-1255B8A84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D6530-0C6C-1381-3F39-20B0A1DA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7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5CA6B-FDE4-AEC1-3E41-752CBA17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4F543-34B8-4DC5-1541-0F438E86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6599-3C59-D594-4765-8B3DB2606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2FFF-7642-4400-AD03-F234F6218AAD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15667-1B2F-83CA-EE7C-279D28F44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4992-612D-8441-1AF8-70D02548C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58D0D-1E15-487A-B834-D25BABEF7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63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7E46-42B2-69C3-FCA4-28FD7D2C8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584" y="1382712"/>
            <a:ext cx="9144000" cy="2387600"/>
          </a:xfrm>
        </p:spPr>
        <p:txBody>
          <a:bodyPr>
            <a:normAutofit/>
          </a:bodyPr>
          <a:lstStyle/>
          <a:p>
            <a:r>
              <a:rPr lang="en-US" b="1" u="sng" dirty="0"/>
              <a:t>Fake News Detection using Machine Learning</a:t>
            </a:r>
            <a:endParaRPr lang="en-IN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01CC0-BB45-12D2-D422-9F16196E7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72054"/>
            <a:ext cx="9144000" cy="2003234"/>
          </a:xfrm>
        </p:spPr>
        <p:txBody>
          <a:bodyPr>
            <a:normAutofit lnSpcReduction="10000"/>
          </a:bodyPr>
          <a:lstStyle/>
          <a:p>
            <a:pPr algn="r"/>
            <a:endParaRPr lang="en-US" dirty="0"/>
          </a:p>
          <a:p>
            <a:r>
              <a:rPr lang="en-IN" dirty="0"/>
              <a:t>IBM </a:t>
            </a:r>
            <a:r>
              <a:rPr lang="en-IN" dirty="0" err="1"/>
              <a:t>SkillsBuild</a:t>
            </a:r>
            <a:r>
              <a:rPr lang="en-IN" dirty="0"/>
              <a:t> AI Internship Project</a:t>
            </a:r>
          </a:p>
          <a:p>
            <a:pPr algn="r"/>
            <a:endParaRPr lang="en-IN" dirty="0"/>
          </a:p>
          <a:p>
            <a:pPr algn="r"/>
            <a:r>
              <a:rPr lang="en-IN" b="1"/>
              <a:t>Presented </a:t>
            </a:r>
            <a:r>
              <a:rPr lang="en-IN" b="1" dirty="0"/>
              <a:t>By:</a:t>
            </a:r>
            <a:br>
              <a:rPr lang="en-IN" dirty="0"/>
            </a:br>
            <a:r>
              <a:rPr lang="en-IN" b="1" dirty="0"/>
              <a:t>Anurag Tripathi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328C4-3A7F-7F47-5791-D2B3D5A1A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8" y="0"/>
            <a:ext cx="2618403" cy="15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59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E488-957A-75DC-0D2C-FD083B30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DAE7-36EC-20F4-EB0E-74A492BD1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600" b="1" dirty="0"/>
              <a:t> </a:t>
            </a:r>
            <a:r>
              <a:rPr lang="en-IN" sz="2600" b="1" u="sng" dirty="0"/>
              <a:t>Project Overview</a:t>
            </a:r>
          </a:p>
          <a:p>
            <a:r>
              <a:rPr lang="en-IN" sz="2600" dirty="0"/>
              <a:t>Fake news has become a major challenge due to the rapid growth of social media and online news platforms. Misleading information can influence public opinion and spread misinformation quickly.</a:t>
            </a:r>
          </a:p>
          <a:p>
            <a:r>
              <a:rPr lang="en-IN" sz="2600" dirty="0"/>
              <a:t>This project develops a Fake News Detection System that automatically classifies news articles as Real or Fake using Machine Learning and Natural Language Processing (NLP).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b="1" dirty="0"/>
              <a:t> </a:t>
            </a:r>
            <a:r>
              <a:rPr lang="en-IN" sz="2600" b="1" u="sng" dirty="0"/>
              <a:t>Objectives</a:t>
            </a:r>
          </a:p>
          <a:p>
            <a:r>
              <a:rPr lang="en-IN" sz="2600" dirty="0"/>
              <a:t>Detect fake news automatically. </a:t>
            </a:r>
          </a:p>
          <a:p>
            <a:r>
              <a:rPr lang="en-IN" sz="2600" dirty="0"/>
              <a:t>Reduce misinformation spread. </a:t>
            </a:r>
          </a:p>
          <a:p>
            <a:r>
              <a:rPr lang="en-IN" sz="2600" dirty="0"/>
              <a:t>Build a simple web application using </a:t>
            </a:r>
            <a:r>
              <a:rPr lang="en-IN" sz="2600" dirty="0" err="1"/>
              <a:t>Streamlit</a:t>
            </a:r>
            <a:r>
              <a:rPr lang="en-IN" sz="2600" dirty="0"/>
              <a:t>. </a:t>
            </a:r>
          </a:p>
          <a:p>
            <a:r>
              <a:rPr lang="en-IN" sz="2600" dirty="0"/>
              <a:t>Improve decision-making using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0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6589-4D2D-56D5-F02C-6C413875E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033"/>
            <a:ext cx="10515600" cy="1042416"/>
          </a:xfrm>
        </p:spPr>
        <p:txBody>
          <a:bodyPr/>
          <a:lstStyle/>
          <a:p>
            <a:r>
              <a:rPr lang="en-IN" b="1" u="sng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DA89-539A-3689-D338-E279CDDC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" y="1298449"/>
            <a:ext cx="10658856" cy="5303518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800" b="1" u="sng" dirty="0"/>
              <a:t>Programming Language</a:t>
            </a:r>
          </a:p>
          <a:p>
            <a:pPr marL="0" indent="0">
              <a:buNone/>
            </a:pPr>
            <a:r>
              <a:rPr lang="en-IN" sz="3800" b="1" dirty="0"/>
              <a:t>     Python</a:t>
            </a:r>
            <a:r>
              <a:rPr lang="en-IN" sz="3800" dirty="0"/>
              <a:t> – Core programming language used for developing the fake news detection system.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u="sng" dirty="0"/>
              <a:t>Libraries</a:t>
            </a:r>
          </a:p>
          <a:p>
            <a:r>
              <a:rPr lang="en-IN" sz="3800" b="1" dirty="0"/>
              <a:t>Pandas</a:t>
            </a:r>
            <a:r>
              <a:rPr lang="en-IN" sz="3800" dirty="0"/>
              <a:t> – Data loading and preprocessing. </a:t>
            </a:r>
          </a:p>
          <a:p>
            <a:r>
              <a:rPr lang="en-IN" sz="3800" b="1" dirty="0"/>
              <a:t>NumPy</a:t>
            </a:r>
            <a:r>
              <a:rPr lang="en-IN" sz="3800" dirty="0"/>
              <a:t> – Numerical computations. </a:t>
            </a:r>
          </a:p>
          <a:p>
            <a:r>
              <a:rPr lang="en-IN" sz="3800" b="1" dirty="0"/>
              <a:t>Regular Expressions (re)</a:t>
            </a:r>
            <a:r>
              <a:rPr lang="en-IN" sz="3800" dirty="0"/>
              <a:t> – Text cleaning and preprocessing. </a:t>
            </a:r>
          </a:p>
          <a:p>
            <a:r>
              <a:rPr lang="en-IN" sz="3800" b="1" dirty="0"/>
              <a:t>String</a:t>
            </a:r>
            <a:r>
              <a:rPr lang="en-IN" sz="3800" dirty="0"/>
              <a:t> – Removing punctuation and special characters.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 </a:t>
            </a:r>
            <a:r>
              <a:rPr lang="en-IN" sz="3800" b="1" u="sng" dirty="0"/>
              <a:t>Scikit-learn</a:t>
            </a:r>
            <a:r>
              <a:rPr lang="en-IN" sz="3800" dirty="0"/>
              <a:t> </a:t>
            </a:r>
          </a:p>
          <a:p>
            <a:pPr lvl="1"/>
            <a:r>
              <a:rPr lang="en-IN" sz="3800" dirty="0" err="1"/>
              <a:t>train_test_split</a:t>
            </a:r>
            <a:r>
              <a:rPr lang="en-IN" sz="3800" dirty="0"/>
              <a:t> – Splitting data into training and testing sets. </a:t>
            </a:r>
          </a:p>
          <a:p>
            <a:pPr lvl="1"/>
            <a:r>
              <a:rPr lang="en-IN" sz="3800" dirty="0" err="1"/>
              <a:t>TfidfVectorizer</a:t>
            </a:r>
            <a:r>
              <a:rPr lang="en-IN" sz="3800" dirty="0"/>
              <a:t> – Converting text into numerical feature vectors. </a:t>
            </a:r>
          </a:p>
          <a:p>
            <a:pPr lvl="1"/>
            <a:r>
              <a:rPr lang="en-IN" sz="3800" dirty="0" err="1"/>
              <a:t>LogisticRegression</a:t>
            </a:r>
            <a:r>
              <a:rPr lang="en-IN" sz="3800" dirty="0"/>
              <a:t> – Machine learning classifier. </a:t>
            </a:r>
          </a:p>
          <a:p>
            <a:pPr lvl="1"/>
            <a:r>
              <a:rPr lang="en-IN" sz="3800" dirty="0" err="1"/>
              <a:t>accuracy_score</a:t>
            </a:r>
            <a:r>
              <a:rPr lang="en-IN" sz="3800" dirty="0"/>
              <a:t> &amp; </a:t>
            </a:r>
            <a:r>
              <a:rPr lang="en-IN" sz="3800" dirty="0" err="1"/>
              <a:t>classification_report</a:t>
            </a:r>
            <a:r>
              <a:rPr lang="en-IN" sz="3800" dirty="0"/>
              <a:t> – Model evaluation.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 </a:t>
            </a:r>
            <a:r>
              <a:rPr lang="en-IN" sz="3800" b="1" u="sng" dirty="0" err="1"/>
              <a:t>Joblib</a:t>
            </a:r>
            <a:r>
              <a:rPr lang="en-IN" sz="3800" dirty="0"/>
              <a:t> – Saving and loading the trained model and vectorizer.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 </a:t>
            </a:r>
            <a:r>
              <a:rPr lang="en-IN" sz="3800" b="1" u="sng" dirty="0" err="1"/>
              <a:t>Streamlit</a:t>
            </a:r>
            <a:r>
              <a:rPr lang="en-IN" sz="3800" dirty="0"/>
              <a:t> – Web application for fake news prediction.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3800" b="1" dirty="0"/>
              <a:t> </a:t>
            </a:r>
            <a:r>
              <a:rPr lang="en-IN" sz="3800" b="1" u="sng" dirty="0"/>
              <a:t>Dataset</a:t>
            </a:r>
          </a:p>
          <a:p>
            <a:r>
              <a:rPr lang="en-IN" sz="3800" b="1" dirty="0"/>
              <a:t>True.csv</a:t>
            </a:r>
            <a:r>
              <a:rPr lang="en-IN" sz="3800" dirty="0"/>
              <a:t> – Real news articles. </a:t>
            </a:r>
          </a:p>
          <a:p>
            <a:r>
              <a:rPr lang="en-IN" sz="3800" b="1" dirty="0"/>
              <a:t>Fake.csv</a:t>
            </a:r>
            <a:r>
              <a:rPr lang="en-IN" sz="3800" dirty="0"/>
              <a:t> – Fake news articles.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459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3E1A-72F1-8588-B335-B05218B2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F55A-E371-4D18-E4EA-C79F46B78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 dirty="0"/>
              <a:t>1.  </a:t>
            </a:r>
            <a:r>
              <a:rPr lang="en-IN" sz="3300" b="1" u="sng" dirty="0"/>
              <a:t>Development Environment</a:t>
            </a:r>
            <a:endParaRPr lang="en-IN" sz="3300" u="sng" dirty="0"/>
          </a:p>
          <a:p>
            <a:r>
              <a:rPr lang="en-IN" sz="3300" dirty="0"/>
              <a:t>Python </a:t>
            </a:r>
          </a:p>
          <a:p>
            <a:r>
              <a:rPr lang="en-IN" sz="3300" dirty="0"/>
              <a:t>Jupyter Notebook / VS Code </a:t>
            </a:r>
          </a:p>
          <a:p>
            <a:r>
              <a:rPr lang="en-IN" sz="3300" dirty="0" err="1"/>
              <a:t>Streamlit</a:t>
            </a:r>
            <a:r>
              <a:rPr lang="en-IN" sz="3300" dirty="0"/>
              <a:t> </a:t>
            </a:r>
          </a:p>
          <a:p>
            <a:pPr marL="0" indent="0">
              <a:buNone/>
            </a:pPr>
            <a:r>
              <a:rPr lang="en-IN" sz="3300" b="1" dirty="0"/>
              <a:t>2. </a:t>
            </a:r>
            <a:r>
              <a:rPr lang="en-IN" sz="3300" b="1" u="sng" dirty="0"/>
              <a:t>Dataset Preparation</a:t>
            </a:r>
            <a:endParaRPr lang="en-IN" sz="3300" u="sng" dirty="0"/>
          </a:p>
          <a:p>
            <a:r>
              <a:rPr lang="en-IN" sz="3300" dirty="0"/>
              <a:t>Imported True.csv and Fake.csv </a:t>
            </a:r>
          </a:p>
          <a:p>
            <a:r>
              <a:rPr lang="en-IN" sz="3300" dirty="0"/>
              <a:t>Assigned labels (0 = Fake, 1 = Real) </a:t>
            </a:r>
          </a:p>
          <a:p>
            <a:r>
              <a:rPr lang="en-IN" sz="3300" dirty="0"/>
              <a:t>Merged and shuffled the dataset </a:t>
            </a:r>
          </a:p>
          <a:p>
            <a:pPr marL="0" indent="0">
              <a:buNone/>
            </a:pPr>
            <a:r>
              <a:rPr lang="en-IN" sz="3300" b="1" dirty="0"/>
              <a:t> 3. </a:t>
            </a:r>
            <a:r>
              <a:rPr lang="en-IN" sz="3300" b="1" u="sng" dirty="0"/>
              <a:t>Text Preprocessing (NLP)</a:t>
            </a:r>
            <a:endParaRPr lang="en-IN" sz="3300" u="sng" dirty="0"/>
          </a:p>
          <a:p>
            <a:r>
              <a:rPr lang="en-IN" sz="3300" dirty="0"/>
              <a:t>Converted text to lowercase </a:t>
            </a:r>
          </a:p>
          <a:p>
            <a:r>
              <a:rPr lang="en-IN" sz="3300" dirty="0"/>
              <a:t>Removed URLs, HTML tags, punctuation, numbers, and special characters </a:t>
            </a:r>
          </a:p>
          <a:p>
            <a:r>
              <a:rPr lang="en-IN" sz="3300" dirty="0"/>
              <a:t>Cleaned unnecessary spaces </a:t>
            </a:r>
          </a:p>
          <a:p>
            <a:pPr marL="0" indent="0">
              <a:buNone/>
            </a:pPr>
            <a:r>
              <a:rPr lang="en-IN" sz="3300" b="1" dirty="0"/>
              <a:t>4. </a:t>
            </a:r>
            <a:r>
              <a:rPr lang="en-IN" sz="3300" b="1" u="sng" dirty="0"/>
              <a:t>Feature Extraction</a:t>
            </a:r>
            <a:endParaRPr lang="en-IN" sz="3300" u="sng" dirty="0"/>
          </a:p>
          <a:p>
            <a:r>
              <a:rPr lang="en-IN" sz="3300" dirty="0"/>
              <a:t>Applied TF-IDF Vectorizer to convert text into numerical features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592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C1B8-420C-91DF-0D98-E820DCFA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512"/>
            <a:ext cx="10515600" cy="5509451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/>
              <a:t>5. </a:t>
            </a:r>
            <a:r>
              <a:rPr lang="en-IN" sz="1800" b="1" u="sng" dirty="0"/>
              <a:t>Model Training</a:t>
            </a:r>
            <a:endParaRPr lang="en-IN" sz="1800" u="sng" dirty="0"/>
          </a:p>
          <a:p>
            <a:r>
              <a:rPr lang="en-IN" sz="1800" dirty="0"/>
              <a:t>Split data into 75% training and 25% testing </a:t>
            </a:r>
          </a:p>
          <a:p>
            <a:r>
              <a:rPr lang="en-IN" sz="1800" dirty="0"/>
              <a:t>Trained the Logistic Regression model </a:t>
            </a:r>
          </a:p>
          <a:p>
            <a:pPr marL="0" indent="0">
              <a:buNone/>
            </a:pPr>
            <a:r>
              <a:rPr lang="en-IN" sz="1800" b="1" dirty="0"/>
              <a:t>6. </a:t>
            </a:r>
            <a:r>
              <a:rPr lang="en-IN" sz="1800" b="1" u="sng" dirty="0"/>
              <a:t>Model Evaluation</a:t>
            </a:r>
            <a:endParaRPr lang="en-IN" sz="1800" u="sng" dirty="0"/>
          </a:p>
          <a:p>
            <a:r>
              <a:rPr lang="en-IN" sz="1800" dirty="0"/>
              <a:t>Evaluated using Accuracy Score and Classification Report </a:t>
            </a:r>
          </a:p>
          <a:p>
            <a:pPr marL="0" indent="0">
              <a:buNone/>
            </a:pPr>
            <a:r>
              <a:rPr lang="en-IN" sz="1800" b="1" dirty="0"/>
              <a:t>7. </a:t>
            </a:r>
            <a:r>
              <a:rPr lang="en-IN" sz="1800" b="1" u="sng" dirty="0"/>
              <a:t>Deployment</a:t>
            </a:r>
            <a:endParaRPr lang="en-IN" sz="1800" u="sng" dirty="0"/>
          </a:p>
          <a:p>
            <a:r>
              <a:rPr lang="en-IN" sz="1800" dirty="0"/>
              <a:t>Saved the model using </a:t>
            </a:r>
            <a:r>
              <a:rPr lang="en-IN" sz="1800" dirty="0" err="1"/>
              <a:t>Joblib</a:t>
            </a:r>
            <a:r>
              <a:rPr lang="en-IN" sz="1800" dirty="0"/>
              <a:t> </a:t>
            </a:r>
          </a:p>
          <a:p>
            <a:r>
              <a:rPr lang="en-IN" sz="1800" dirty="0"/>
              <a:t>Built a </a:t>
            </a:r>
            <a:r>
              <a:rPr lang="en-IN" sz="1800" dirty="0" err="1"/>
              <a:t>Streamlit</a:t>
            </a:r>
            <a:r>
              <a:rPr lang="en-IN" sz="1800" dirty="0"/>
              <a:t> web application for real-time fake news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3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C947-9267-E30B-F710-3AE58704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763"/>
          </a:xfrm>
        </p:spPr>
        <p:txBody>
          <a:bodyPr/>
          <a:lstStyle/>
          <a:p>
            <a:r>
              <a:rPr lang="en-IN" b="1" u="sng" dirty="0"/>
              <a:t>Results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6FB83-E6D6-CB3C-9839-EAFBE964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478707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u="sng" dirty="0"/>
              <a:t> Results</a:t>
            </a:r>
          </a:p>
          <a:p>
            <a:r>
              <a:rPr lang="en-IN" dirty="0"/>
              <a:t>Successfully classified news articles as Fake or Real. </a:t>
            </a:r>
          </a:p>
          <a:p>
            <a:r>
              <a:rPr lang="en-IN" dirty="0"/>
              <a:t>Achieved high prediction accuracy using TF-IDF and Logistic Regression. </a:t>
            </a:r>
          </a:p>
          <a:p>
            <a:r>
              <a:rPr lang="en-IN" dirty="0"/>
              <a:t>Evaluated the model using Accuracy Score and Classification Report. </a:t>
            </a:r>
          </a:p>
          <a:p>
            <a:r>
              <a:rPr lang="en-IN" dirty="0"/>
              <a:t>Deployed the trained model through a </a:t>
            </a:r>
            <a:r>
              <a:rPr lang="en-IN" dirty="0" err="1"/>
              <a:t>Streamlit</a:t>
            </a:r>
            <a:r>
              <a:rPr lang="en-IN" dirty="0"/>
              <a:t> web application for real-time predictions.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u="sng" dirty="0"/>
              <a:t> Applications</a:t>
            </a:r>
          </a:p>
          <a:p>
            <a:r>
              <a:rPr lang="en-IN" b="1" dirty="0"/>
              <a:t>News Websites</a:t>
            </a:r>
            <a:r>
              <a:rPr lang="en-IN" dirty="0"/>
              <a:t> – Detect fake news before publication. </a:t>
            </a:r>
          </a:p>
          <a:p>
            <a:r>
              <a:rPr lang="en-IN" b="1" dirty="0"/>
              <a:t>Social Media Platforms</a:t>
            </a:r>
            <a:r>
              <a:rPr lang="en-IN" dirty="0"/>
              <a:t> – Help identify misleading or false content. </a:t>
            </a:r>
          </a:p>
          <a:p>
            <a:r>
              <a:rPr lang="en-IN" b="1" dirty="0"/>
              <a:t>Fact-Checking Organizations</a:t>
            </a:r>
            <a:r>
              <a:rPr lang="en-IN" dirty="0"/>
              <a:t> – Assist in verifying news articles. </a:t>
            </a:r>
          </a:p>
          <a:p>
            <a:r>
              <a:rPr lang="en-IN" b="1" dirty="0"/>
              <a:t>Educational &amp; Research Purposes</a:t>
            </a:r>
            <a:r>
              <a:rPr lang="en-IN" dirty="0"/>
              <a:t> – Study misinformation detection using AI. </a:t>
            </a:r>
          </a:p>
          <a:p>
            <a:r>
              <a:rPr lang="en-IN" b="1" dirty="0"/>
              <a:t>Public Awareness</a:t>
            </a:r>
            <a:r>
              <a:rPr lang="en-IN" dirty="0"/>
              <a:t> – Help users verify the authenticity of online news.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779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C422-EB84-7436-3C0F-06D6EEC7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A5B85-39D0-CCB6-07A0-633363418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488"/>
            <a:ext cx="10515600" cy="4558475"/>
          </a:xfrm>
        </p:spPr>
        <p:txBody>
          <a:bodyPr>
            <a:normAutofit/>
          </a:bodyPr>
          <a:lstStyle/>
          <a:p>
            <a:r>
              <a:rPr lang="en-IN" sz="2400" dirty="0"/>
              <a:t>Developed a machine learning–based system to classify news as Fake or Real</a:t>
            </a:r>
          </a:p>
          <a:p>
            <a:r>
              <a:rPr lang="en-IN" sz="2400" dirty="0"/>
              <a:t>Used NLP preprocessing, TF-IDF Vectorization, and Logistic Regression for accurate prediction.</a:t>
            </a:r>
          </a:p>
          <a:p>
            <a:r>
              <a:rPr lang="en-IN" sz="2400" dirty="0"/>
              <a:t>Achieved reliable performance and deployed the model using </a:t>
            </a:r>
            <a:r>
              <a:rPr lang="en-IN" sz="2400" dirty="0" err="1"/>
              <a:t>Streamlit</a:t>
            </a:r>
            <a:r>
              <a:rPr lang="en-IN" sz="2400" dirty="0"/>
              <a:t> for real-time news verification.</a:t>
            </a:r>
          </a:p>
          <a:p>
            <a:r>
              <a:rPr lang="en-IN" sz="2400" dirty="0"/>
              <a:t>The project demonstrates how AI can help reduce the spread of misinformation and support faster, automated fact-checking.</a:t>
            </a:r>
          </a:p>
        </p:txBody>
      </p:sp>
    </p:spTree>
    <p:extLst>
      <p:ext uri="{BB962C8B-B14F-4D97-AF65-F5344CB8AC3E}">
        <p14:creationId xmlns:p14="http://schemas.microsoft.com/office/powerpoint/2010/main" val="462727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527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Fake News Detection using Machine Learning</vt:lpstr>
      <vt:lpstr>Introduction</vt:lpstr>
      <vt:lpstr>Technologies</vt:lpstr>
      <vt:lpstr>Implementation</vt:lpstr>
      <vt:lpstr>PowerPoint Presentation</vt:lpstr>
      <vt:lpstr>Results &amp; 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Tripathi Roll no. 12 Section D</dc:creator>
  <cp:lastModifiedBy>Anurag Tripathi Roll no. 12 Section D</cp:lastModifiedBy>
  <cp:revision>1</cp:revision>
  <dcterms:created xsi:type="dcterms:W3CDTF">2026-07-13T07:04:10Z</dcterms:created>
  <dcterms:modified xsi:type="dcterms:W3CDTF">2026-07-22T14:58:00Z</dcterms:modified>
</cp:coreProperties>
</file>